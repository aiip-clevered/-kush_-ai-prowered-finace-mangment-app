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58" r:id="rId6"/>
    <p:sldId id="261" r:id="rId7"/>
    <p:sldId id="259" r:id="rId8"/>
    <p:sldId id="262" r:id="rId9"/>
    <p:sldId id="260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CCFFFF"/>
    <a:srgbClr val="F1E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6573B-D158-4D7E-BDD4-E2C8AF9E6FA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B0ACB-992F-4DC5-A95E-82F61D80807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71472" y="428604"/>
            <a:ext cx="8072494" cy="1360005"/>
          </a:xfrm>
          <a:prstGeom prst="rect">
            <a:avLst/>
          </a:prstGeom>
          <a:solidFill>
            <a:srgbClr val="F1EDA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IN" sz="4400" b="1" dirty="0">
                <a:solidFill>
                  <a:schemeClr val="tx1"/>
                </a:solidFill>
              </a:rPr>
              <a:t>AI Powered Finance Management Sytem</a:t>
            </a:r>
            <a:endParaRPr lang="en-US" altLang="en-IN" sz="44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6072206"/>
            <a:ext cx="4572032" cy="785818"/>
          </a:xfr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solidFill>
              <a:srgbClr val="0070C0"/>
            </a:solidFill>
          </a:ln>
        </p:spPr>
        <p:txBody>
          <a:bodyPr/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Khush Hirani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1457348" y="2357430"/>
            <a:ext cx="6400800" cy="785818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IN" sz="3600" b="1" dirty="0"/>
              <a:t>App User Manual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58622" y="404664"/>
            <a:ext cx="5256584" cy="936104"/>
          </a:xfrm>
          <a:prstGeom prst="rect">
            <a:avLst/>
          </a:prstGeom>
          <a:solidFill>
            <a:srgbClr val="F1EDA5"/>
          </a:solidFill>
          <a:ln>
            <a:solidFill>
              <a:srgbClr val="F1E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solidFill>
                  <a:schemeClr val="tx1"/>
                </a:solidFill>
              </a:rPr>
              <a:t>Table of Contents</a:t>
            </a:r>
            <a:endParaRPr lang="en-IN" sz="4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5259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For my porject, I have used libries such as matplotlib and scikit learn to use machine learning for my project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>
            <a:solidFill>
              <a:srgbClr val="F1E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Acknowledgements</a:t>
            </a:r>
            <a:endParaRPr lang="en-IN" sz="44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525963"/>
          </a:xfrm>
        </p:spPr>
        <p:txBody>
          <a:bodyPr/>
          <a:lstStyle/>
          <a:p>
            <a:r>
              <a:rPr lang="en-US" altLang="en-IN" b="1" dirty="0">
                <a:solidFill>
                  <a:schemeClr val="bg1"/>
                </a:solidFill>
              </a:rPr>
              <a:t>I would like to take this opportunity to thank clevered for giving me chance to do this intership and Mr. Kehn for taking his time to see my project.</a:t>
            </a:r>
            <a:endParaRPr lang="en-US" altLang="en-IN" b="1" dirty="0">
              <a:solidFill>
                <a:schemeClr val="bg1"/>
              </a:solidFill>
            </a:endParaRPr>
          </a:p>
          <a:p>
            <a:r>
              <a:rPr lang="en-US" altLang="en-IN" b="1" dirty="0">
                <a:solidFill>
                  <a:schemeClr val="bg1"/>
                </a:solidFill>
              </a:rPr>
              <a:t>Furthermore, I would like to thank my parents for giving me the opportunity to do this internship and also thank God for being by my side all the time.</a:t>
            </a:r>
            <a:endParaRPr lang="en-US" alt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>
            <a:solidFill>
              <a:srgbClr val="F1E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About Me..</a:t>
            </a:r>
            <a:endParaRPr lang="en-IN" sz="44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5027811" y="1874837"/>
            <a:ext cx="36861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 name is Khush Hirani.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am 16 years old and I study in grade 10.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live in Kenya.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like to play football and cricket in school and in my spare time I like helping out my mum in the house chores.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IMG-20231116-WA00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70" y="2061210"/>
            <a:ext cx="3060065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55576" y="404553"/>
            <a:ext cx="7632848" cy="936104"/>
          </a:xfrm>
          <a:prstGeom prst="rect">
            <a:avLst/>
          </a:prstGeom>
          <a:solidFill>
            <a:srgbClr val="F1EDA5"/>
          </a:solidFill>
          <a:ln>
            <a:solidFill>
              <a:srgbClr val="F1E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</a:rPr>
              <a:t>About My Internship with Clevered..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506730" y="1571625"/>
            <a:ext cx="8208645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 Intership with clevered has been wonderful although I have encountered callenges the teacher was always there to clear my doubts.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 teacher is called Mani Malhotra and she is from India. Sheis a good teacher and always helped me.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>
            <a:solidFill>
              <a:srgbClr val="F1E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About App..</a:t>
            </a:r>
            <a:endParaRPr lang="en-IN" sz="4400" b="1" dirty="0">
              <a:solidFill>
                <a:schemeClr val="tx1"/>
              </a:solidFill>
            </a:endParaRPr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6060" y="1741805"/>
            <a:ext cx="4599305" cy="1877060"/>
          </a:xfrm>
          <a:prstGeom prst="rect">
            <a:avLst/>
          </a:prstGeom>
        </p:spPr>
      </p:pic>
      <p:sp>
        <p:nvSpPr>
          <p:cNvPr id="4" name="Content Placeholder 2"/>
          <p:cNvSpPr txBox="1"/>
          <p:nvPr/>
        </p:nvSpPr>
        <p:spPr>
          <a:xfrm>
            <a:off x="5029200" y="1571625"/>
            <a:ext cx="3686175" cy="54717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 project is an AI finance management system whereby it tracks a users income and expenses and advices them on what percentage of their income to spend on. </a:t>
            </a:r>
            <a:endParaRPr kumimoji="0" lang="en-US" altLang="en-IN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also displays smart investment tips for the user to invest in to make a profit.</a:t>
            </a:r>
            <a:endParaRPr kumimoji="0" lang="en-US" altLang="en-IN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Next, it also checks the health of the data and shows it in a graph to show the income and expenses and it also fixes the data my replacing the null values.</a:t>
            </a:r>
            <a:endParaRPr kumimoji="0" lang="en-US" altLang="en-IN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Lastly, it compares linear regression and polynomial regression to see which one is working better. The project also uses machine learning.</a:t>
            </a:r>
            <a:endParaRPr kumimoji="0" lang="en-US" altLang="en-IN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54632" y="2850086"/>
            <a:ext cx="5760640" cy="936104"/>
          </a:xfrm>
          <a:prstGeom prst="rect">
            <a:avLst/>
          </a:prstGeom>
          <a:solidFill>
            <a:srgbClr val="F1EDA5"/>
          </a:solidFill>
          <a:ln>
            <a:solidFill>
              <a:srgbClr val="F1E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How do I use the App?</a:t>
            </a:r>
            <a:endParaRPr lang="en-IN" sz="4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11560" y="140358"/>
            <a:ext cx="7920880" cy="1290871"/>
          </a:xfrm>
          <a:prstGeom prst="rect">
            <a:avLst/>
          </a:prstGeom>
          <a:solidFill>
            <a:srgbClr val="F1EDA5"/>
          </a:solidFill>
          <a:ln>
            <a:solidFill>
              <a:srgbClr val="F1E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Option Name</a:t>
            </a:r>
            <a:endParaRPr lang="en-IN" sz="4400" b="1" dirty="0">
              <a:solidFill>
                <a:schemeClr val="tx1"/>
              </a:solidFill>
            </a:endParaRPr>
          </a:p>
          <a:p>
            <a:pPr algn="ctr"/>
            <a:r>
              <a:rPr lang="en-IN" sz="2800" b="1" dirty="0">
                <a:solidFill>
                  <a:schemeClr val="tx1"/>
                </a:solidFill>
              </a:rPr>
              <a:t>(This will be repeated for each option of the App)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5100670" y="1546243"/>
            <a:ext cx="375761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Make sure that your intrnet connection is stable for the project to run.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Secondly, you have to enter a minimum od 5 entries before linear and polynomial regression to work 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917065"/>
            <a:ext cx="4373880" cy="4619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71700" y="200702"/>
            <a:ext cx="5400600" cy="1290871"/>
          </a:xfrm>
          <a:prstGeom prst="rect">
            <a:avLst/>
          </a:prstGeom>
          <a:solidFill>
            <a:srgbClr val="F1EDA5"/>
          </a:solidFill>
          <a:ln>
            <a:solidFill>
              <a:srgbClr val="F1E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Contact Person</a:t>
            </a:r>
            <a:endParaRPr lang="en-IN" sz="44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Please reach out to </a:t>
            </a:r>
            <a:r>
              <a:rPr lang="en-US" altLang="en-IN" b="1" dirty="0">
                <a:solidFill>
                  <a:schemeClr val="bg1"/>
                </a:solidFill>
              </a:rPr>
              <a:t>me on </a:t>
            </a:r>
            <a:r>
              <a:rPr lang="en-US" altLang="en-IN" b="1" i="1" dirty="0">
                <a:solidFill>
                  <a:schemeClr val="bg1"/>
                </a:solidFill>
              </a:rPr>
              <a:t>khush6hirani@gmail.com</a:t>
            </a:r>
            <a:r>
              <a:rPr lang="en-US" altLang="en-IN" dirty="0">
                <a:solidFill>
                  <a:schemeClr val="bg1"/>
                </a:solidFill>
              </a:rPr>
              <a:t> if </a:t>
            </a:r>
            <a:r>
              <a:rPr lang="en-US" altLang="en-IN" b="1" dirty="0">
                <a:solidFill>
                  <a:schemeClr val="bg1"/>
                </a:solidFill>
              </a:rPr>
              <a:t>you have</a:t>
            </a:r>
            <a:r>
              <a:rPr lang="en-IN" b="1" dirty="0">
                <a:solidFill>
                  <a:schemeClr val="bg1"/>
                </a:solidFill>
              </a:rPr>
              <a:t>  any questions/ concerns/ suggestions on the App</a:t>
            </a:r>
            <a:endParaRPr lang="en-IN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2076" y="2786058"/>
            <a:ext cx="4258816" cy="1143000"/>
          </a:xfrm>
          <a:solidFill>
            <a:srgbClr val="F1EDA5"/>
          </a:solidFill>
          <a:ln>
            <a:noFill/>
          </a:ln>
        </p:spPr>
        <p:txBody>
          <a:bodyPr/>
          <a:lstStyle/>
          <a:p>
            <a:r>
              <a:rPr lang="en-IN" b="1" dirty="0"/>
              <a:t>Thank you!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1909</Words>
  <Application>WPS Presentation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App/ Project Name</dc:title>
  <dc:creator>Smita</dc:creator>
  <cp:lastModifiedBy>Ilaxy_2</cp:lastModifiedBy>
  <cp:revision>11</cp:revision>
  <dcterms:created xsi:type="dcterms:W3CDTF">2021-09-17T13:31:00Z</dcterms:created>
  <dcterms:modified xsi:type="dcterms:W3CDTF">2026-05-11T17:21:09Z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0732A1CE13DD4B97BB09C2698BBCB09F_12</vt:lpwstr>
  </property>
</Properties>
</file>